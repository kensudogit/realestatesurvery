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024"/>
                </a:solidFill>
                <a:latin typeface="Yu Gothic"/>
              </a:rPr>
              <a:t>{{property_name}}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"/>
              </a:rPr>
              <a:t>{{property_type}} / {{deal_type}}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024"/>
                </a:solidFill>
                <a:latin typeface="Yu Gothic"/>
              </a:rPr>
              <a:t>{{price}}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"/>
              </a:rPr>
              <a:t>表面利回り {{gross_yield}}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Yu Gothic"/>
              </a:rPr>
              <a:t>所在地  {{address_display}}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Yu Gothic"/>
              </a:rPr>
              <a:t>交通  {{access_1}}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Yu Gothic"/>
              </a:rPr>
              <a:t>　　　{{access_2}}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383280"/>
          <a:ext cx="301751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657"/>
                <a:gridCol w="1870862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専有面積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{{exclusive_area_sqm}}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間取り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{{floor_plan}}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築年月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{{built_year_month}}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構造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{{structure}}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所在階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{{floor_of_unit}} / {{floors_total}}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11880" y="3383280"/>
          <a:ext cx="301751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657"/>
                <a:gridCol w="1870862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管理費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{{management_fee}}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修繕積立金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{{repair_reserve}}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現況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{{current_status}}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引渡時期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{{delivery_time}}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取引態様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{{transaction_type}}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IMG:exterior"/>
          <p:cNvSpPr/>
          <p:nvPr/>
        </p:nvSpPr>
        <p:spPr>
          <a:xfrm>
            <a:off x="7040880" y="320040"/>
            <a:ext cx="3200400" cy="2194560"/>
          </a:xfrm>
          <a:prstGeom prst="rect">
            <a:avLst/>
          </a:prstGeom>
          <a:solidFill>
            <a:srgbClr val="F0F2F5"/>
          </a:solidFill>
          <a:ln>
            <a:solidFill>
              <a:srgbClr val="D5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Yu Gothic"/>
              </a:rPr>
              <a:t>外観写真</a:t>
            </a:r>
          </a:p>
        </p:txBody>
      </p:sp>
      <p:sp>
        <p:nvSpPr>
          <p:cNvPr id="12" name="IMG:floor_plan"/>
          <p:cNvSpPr/>
          <p:nvPr/>
        </p:nvSpPr>
        <p:spPr>
          <a:xfrm>
            <a:off x="7040880" y="2697480"/>
            <a:ext cx="3200400" cy="2377440"/>
          </a:xfrm>
          <a:prstGeom prst="rect">
            <a:avLst/>
          </a:prstGeom>
          <a:solidFill>
            <a:srgbClr val="F0F2F5"/>
          </a:solidFill>
          <a:ln>
            <a:solidFill>
              <a:srgbClr val="D5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Yu Gothic"/>
              </a:rPr>
              <a:t>間取り図</a:t>
            </a:r>
          </a:p>
        </p:txBody>
      </p:sp>
      <p:sp>
        <p:nvSpPr>
          <p:cNvPr id="13" name="IMG:map"/>
          <p:cNvSpPr/>
          <p:nvPr/>
        </p:nvSpPr>
        <p:spPr>
          <a:xfrm>
            <a:off x="7040880" y="5257800"/>
            <a:ext cx="3200400" cy="1645920"/>
          </a:xfrm>
          <a:prstGeom prst="rect">
            <a:avLst/>
          </a:prstGeom>
          <a:solidFill>
            <a:srgbClr val="F0F2F5"/>
          </a:solidFill>
          <a:ln>
            <a:solidFill>
              <a:srgbClr val="D5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Yu Gothic"/>
              </a:rPr>
              <a:t>地図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Yu Gothic"/>
              </a:rPr>
              <a:t>備考  {{remarks}}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94944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Yu Gothic"/>
              </a:rPr>
              <a:t>{{source_company}}　{{meta.review_status}}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